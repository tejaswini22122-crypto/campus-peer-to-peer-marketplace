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6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063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17320"/>
            <a:ext cx="1005840" cy="100584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" y="16788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PEER-TO-PEER MARKETPLACE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3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 &amp; Exchange Items with Fellow Students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86968" y="425196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68680" y="5394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Mini Project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Team 7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994392" y="6035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3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492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accumulate books, gadgets, furniture and study material every semester that go unused after a course ends.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dedicated, trustworthy platform for students on the same campus to buy, sell or exchange these items.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currently rely on scattered notice boards, word-of-mouth or unmoderated social media groups.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web-based marketplace built specifically for the campus community solves this gap.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52360" y="1417320"/>
            <a:ext cx="4114800" cy="4754880"/>
          </a:xfrm>
          <a:prstGeom prst="roundRect">
            <a:avLst>
              <a:gd name="adj" fmla="val 3333"/>
            </a:avLst>
          </a:prstGeom>
          <a:solidFill>
            <a:srgbClr val="ECE2D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0" y="1874520"/>
            <a:ext cx="914400" cy="91440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1122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2926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0" y="34290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waste of usable items on campus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money for students on a budget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trusted, connected student community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8918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Platform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 dedicated website for all campus buy/sell activity.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52544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81144" y="173736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678" y="18918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Listings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81144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post and browse items in just a few clicks.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56448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85048" y="173736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582" y="18918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85048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Access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85048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straightforward registration and login for every student.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4" y="43150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Connection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buyers and sellers to connect directly via contact details.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52544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81144" y="416052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678" y="43150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81144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81144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reuse of books, gadgets and furniture instead of discarding them.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56448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85048" y="416052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582" y="431505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85048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Community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385048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a safe, student-only exchange environment on campus.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 Proposed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2956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800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72287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boards and word-of-mouth are slow and reach few students.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Unmoderated social media groups mix posts, spam and scams.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search or filter items by category or price.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place to view contact details or item condition.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7356" y="1463040"/>
            <a:ext cx="5362956" cy="4709160"/>
          </a:xfrm>
          <a:prstGeom prst="roundRect">
            <a:avLst>
              <a:gd name="adj" fmla="val 2718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97396" y="17373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042" y="188000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83196" y="1783080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97396" y="2560320"/>
            <a:ext cx="472287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dedicated website for the whole campus community.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pages for browsing, posting, registering and contacting.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category filters to find items quickly.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mobile-friendly design accessible from any device.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8918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banner, category highlights and featured listings.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52544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81144" y="1737360"/>
            <a:ext cx="594360" cy="59436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678" y="18918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&amp; Login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81144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sign-up and sign-in forms for student accounts.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56448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85048" y="1737360"/>
            <a:ext cx="594360" cy="59436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582" y="18918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85048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Listings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85048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and category filter across all posted items.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4" y="43150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an Item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to list item name, category, price, image and contact.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52544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81144" y="4160520"/>
            <a:ext cx="594360" cy="59436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678" y="43150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81144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Page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81144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form plus support email, phone and campus location.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56448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85048" y="4160520"/>
            <a:ext cx="594360" cy="59436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582" y="431505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85048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385048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adapts cleanly to desktop, tablet and mobile screens.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45336"/>
            <a:ext cx="585216" cy="585216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1697492"/>
            <a:ext cx="280904" cy="280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9047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80560" y="1490472"/>
            <a:ext cx="7159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page structure for all six pages of the site.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551176"/>
            <a:ext cx="585216" cy="585216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2703332"/>
            <a:ext cx="280904" cy="280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49631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80560" y="2496312"/>
            <a:ext cx="7159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styling, card layouts, colour theme and responsive rules.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557016"/>
            <a:ext cx="585216" cy="585216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96" y="3709172"/>
            <a:ext cx="280904" cy="2809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0215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(ES6)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480560" y="3502152"/>
            <a:ext cx="7159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handling, validation alerts and interactive behaviour.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43484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562856"/>
            <a:ext cx="585216" cy="585216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396" y="4715012"/>
            <a:ext cx="280904" cy="2809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50799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480560" y="4507992"/>
            <a:ext cx="7159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collaborative team development.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544068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568696"/>
            <a:ext cx="585216" cy="585216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396" y="5720852"/>
            <a:ext cx="280904" cy="2809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55138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+ Live Server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480560" y="5513832"/>
            <a:ext cx="7159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used to build and preview the site.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08676" y="914400"/>
            <a:ext cx="1371600" cy="137160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42916" y="12984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417320" y="2286000"/>
            <a:ext cx="0" cy="182880"/>
          </a:xfrm>
          <a:prstGeom prst="line">
            <a:avLst/>
          </a:prstGeom>
          <a:noFill/>
          <a:ln w="19050">
            <a:solidFill>
              <a:srgbClr val="A26769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651760"/>
            <a:ext cx="640080" cy="64008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1" y="28181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88182" y="2286000"/>
            <a:ext cx="0" cy="182880"/>
          </a:xfrm>
          <a:prstGeom prst="line">
            <a:avLst/>
          </a:prstGeom>
          <a:noFill/>
          <a:ln w="19050">
            <a:solidFill>
              <a:srgbClr val="A2676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419502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68142" y="2651760"/>
            <a:ext cx="640080" cy="64008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563" y="28181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5222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59045" y="2286000"/>
            <a:ext cx="0" cy="182880"/>
          </a:xfrm>
          <a:prstGeom prst="line">
            <a:avLst/>
          </a:prstGeom>
          <a:noFill/>
          <a:ln w="19050">
            <a:solidFill>
              <a:srgbClr val="A26769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290365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39005" y="2651760"/>
            <a:ext cx="640080" cy="64008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426" y="281818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36085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029907" y="2286000"/>
            <a:ext cx="0" cy="182880"/>
          </a:xfrm>
          <a:prstGeom prst="line">
            <a:avLst/>
          </a:prstGeom>
          <a:noFill/>
          <a:ln w="19050">
            <a:solidFill>
              <a:srgbClr val="A26769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6161227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09867" y="2651760"/>
            <a:ext cx="640080" cy="64008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281818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06947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Listings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900770" y="2286000"/>
            <a:ext cx="0" cy="182880"/>
          </a:xfrm>
          <a:prstGeom prst="line">
            <a:avLst/>
          </a:prstGeom>
          <a:noFill/>
          <a:ln w="19050">
            <a:solidFill>
              <a:srgbClr val="A26769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8032090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580730" y="2651760"/>
            <a:ext cx="640080" cy="64008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7150" y="281818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7781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Item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10771632" y="2286000"/>
            <a:ext cx="0" cy="182880"/>
          </a:xfrm>
          <a:prstGeom prst="line">
            <a:avLst/>
          </a:prstGeom>
          <a:noFill/>
          <a:ln w="19050">
            <a:solidFill>
              <a:srgbClr val="A26769"/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9902952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451592" y="2651760"/>
            <a:ext cx="640080" cy="64008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013" y="2818181"/>
            <a:ext cx="307238" cy="30723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948672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a common header, navigation bar and footer for a consistent experience.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Walkthrough — Home Page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12064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with site title and tagline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 linking to all pages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banner with an “Explore Now” call-to-action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tiles: Books, Electronics, Furniture, Study Materials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listings preview with sample items and prices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35040" y="1417320"/>
            <a:ext cx="56235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0" y="1417320"/>
            <a:ext cx="5623560" cy="822960"/>
          </a:xfrm>
          <a:prstGeom prst="rect">
            <a:avLst/>
          </a:prstGeom>
          <a:solidFill>
            <a:srgbClr val="E5989B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15270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Peer-to-Peer Marketplace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8745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 and Exchange Items with Fellow Students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9360" y="2606040"/>
            <a:ext cx="1062990" cy="1051560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</p:spPr>
      </p:sp>
      <p:sp>
        <p:nvSpPr>
          <p:cNvPr id="9" name="Shape 7"/>
          <p:cNvSpPr/>
          <p:nvPr/>
        </p:nvSpPr>
        <p:spPr>
          <a:xfrm>
            <a:off x="6584823" y="2715768"/>
            <a:ext cx="512064" cy="512064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960" y="2848905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9360" y="3319272"/>
            <a:ext cx="1062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646670" y="2606040"/>
            <a:ext cx="1062990" cy="1051560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</p:spPr>
      </p:sp>
      <p:sp>
        <p:nvSpPr>
          <p:cNvPr id="13" name="Shape 10"/>
          <p:cNvSpPr/>
          <p:nvPr/>
        </p:nvSpPr>
        <p:spPr>
          <a:xfrm>
            <a:off x="7922133" y="2715768"/>
            <a:ext cx="512064" cy="512064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270" y="2848905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46670" y="3319272"/>
            <a:ext cx="1062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83980" y="2606040"/>
            <a:ext cx="1062990" cy="1051560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</p:spPr>
      </p:sp>
      <p:sp>
        <p:nvSpPr>
          <p:cNvPr id="17" name="Shape 13"/>
          <p:cNvSpPr/>
          <p:nvPr/>
        </p:nvSpPr>
        <p:spPr>
          <a:xfrm>
            <a:off x="9259443" y="2715768"/>
            <a:ext cx="512064" cy="512064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2580" y="28489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83980" y="3319272"/>
            <a:ext cx="1062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321290" y="2606040"/>
            <a:ext cx="1062990" cy="1051560"/>
          </a:xfrm>
          <a:prstGeom prst="roundRect">
            <a:avLst>
              <a:gd name="adj" fmla="val 8696"/>
            </a:avLst>
          </a:prstGeom>
          <a:solidFill>
            <a:srgbClr val="ECE2D0"/>
          </a:solidFill>
          <a:ln/>
        </p:spPr>
      </p:sp>
      <p:sp>
        <p:nvSpPr>
          <p:cNvPr id="21" name="Shape 16"/>
          <p:cNvSpPr/>
          <p:nvPr/>
        </p:nvSpPr>
        <p:spPr>
          <a:xfrm>
            <a:off x="10596753" y="2715768"/>
            <a:ext cx="512064" cy="512064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9890" y="2848905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321290" y="3319272"/>
            <a:ext cx="1062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30936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Listings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309360" y="4343400"/>
            <a:ext cx="1539240" cy="1280160"/>
          </a:xfrm>
          <a:prstGeom prst="roundRect">
            <a:avLst>
              <a:gd name="adj" fmla="val 5714"/>
            </a:avLst>
          </a:prstGeom>
          <a:solidFill>
            <a:srgbClr val="FFFBF8"/>
          </a:solidFill>
          <a:ln w="12700">
            <a:solidFill>
              <a:srgbClr val="F3C4C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19088" y="4453128"/>
            <a:ext cx="1319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Mathematics Book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19088" y="5212080"/>
            <a:ext cx="1319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077200" y="4343400"/>
            <a:ext cx="1539240" cy="1280160"/>
          </a:xfrm>
          <a:prstGeom prst="roundRect">
            <a:avLst>
              <a:gd name="adj" fmla="val 5714"/>
            </a:avLst>
          </a:prstGeom>
          <a:solidFill>
            <a:srgbClr val="FFFBF8"/>
          </a:solidFill>
          <a:ln w="12700">
            <a:solidFill>
              <a:srgbClr val="F3C4C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186928" y="4453128"/>
            <a:ext cx="1319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186928" y="5212080"/>
            <a:ext cx="1319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845040" y="4343400"/>
            <a:ext cx="1539240" cy="1280160"/>
          </a:xfrm>
          <a:prstGeom prst="roundRect">
            <a:avLst>
              <a:gd name="adj" fmla="val 5714"/>
            </a:avLst>
          </a:prstGeom>
          <a:solidFill>
            <a:srgbClr val="FFFBF8"/>
          </a:solidFill>
          <a:ln w="12700">
            <a:solidFill>
              <a:srgbClr val="F3C4C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954768" y="4453128"/>
            <a:ext cx="1319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Table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9954768" y="5212080"/>
            <a:ext cx="1319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₹1200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Walkthrough — Browse &amp; Post Item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2956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800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Listings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481431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to find items by keyword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dropdown: Books, Electronics, Furniture, Sports Equipment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item cards showing name, category and price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“View Details” button on every listing card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4846320"/>
            <a:ext cx="2269998" cy="457200"/>
          </a:xfrm>
          <a:prstGeom prst="roundRect">
            <a:avLst>
              <a:gd name="adj" fmla="val 50000"/>
            </a:avLst>
          </a:prstGeom>
          <a:solidFill>
            <a:srgbClr val="ECE2D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84632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₹350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7278" y="4846320"/>
            <a:ext cx="2269998" cy="457200"/>
          </a:xfrm>
          <a:prstGeom prst="roundRect">
            <a:avLst>
              <a:gd name="adj" fmla="val 50000"/>
            </a:avLst>
          </a:prstGeom>
          <a:solidFill>
            <a:srgbClr val="ECE2D0"/>
          </a:solidFill>
          <a:ln/>
        </p:spPr>
      </p:sp>
      <p:sp>
        <p:nvSpPr>
          <p:cNvPr id="11" name="Text 8"/>
          <p:cNvSpPr/>
          <p:nvPr/>
        </p:nvSpPr>
        <p:spPr>
          <a:xfrm>
            <a:off x="3367278" y="484632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₹700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5440680"/>
            <a:ext cx="2269998" cy="457200"/>
          </a:xfrm>
          <a:prstGeom prst="roundRect">
            <a:avLst>
              <a:gd name="adj" fmla="val 50000"/>
            </a:avLst>
          </a:prstGeom>
          <a:solidFill>
            <a:srgbClr val="ECE2D0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4406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₹1800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67278" y="5440680"/>
            <a:ext cx="2269998" cy="457200"/>
          </a:xfrm>
          <a:prstGeom prst="roundRect">
            <a:avLst>
              <a:gd name="adj" fmla="val 50000"/>
            </a:avLst>
          </a:prstGeom>
          <a:solidFill>
            <a:srgbClr val="ECE2D0"/>
          </a:solidFill>
          <a:ln/>
        </p:spPr>
      </p:sp>
      <p:sp>
        <p:nvSpPr>
          <p:cNvPr id="15" name="Text 12"/>
          <p:cNvSpPr/>
          <p:nvPr/>
        </p:nvSpPr>
        <p:spPr>
          <a:xfrm>
            <a:off x="3367278" y="54406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₹1200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77356" y="1463040"/>
            <a:ext cx="5362956" cy="4709160"/>
          </a:xfrm>
          <a:prstGeom prst="roundRect">
            <a:avLst>
              <a:gd name="adj" fmla="val 2718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51676" y="17373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188000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37476" y="178308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an Item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51676" y="2560320"/>
            <a:ext cx="481431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name and category selection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entry in Indian Rupees (₹)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text area for item condition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and seller contact number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“Post Item” and “Clear Form” buttons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Walkthrough — Login, Register &amp; Contact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483864" cy="46634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4812" y="1828800"/>
            <a:ext cx="731520" cy="73152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007" y="2018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432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2935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password fields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triggers a confirmation alert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Register page for new users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52544" y="1508760"/>
            <a:ext cx="3483864" cy="46634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28716" y="1828800"/>
            <a:ext cx="731520" cy="73152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911" y="20189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544" y="27432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26864" y="3291840"/>
            <a:ext cx="2935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email, phone number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and confirm password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triggers a success alert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56448" y="1508760"/>
            <a:ext cx="3483864" cy="46634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32620" y="1828800"/>
            <a:ext cx="731520" cy="73152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815" y="20189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56448" y="27432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30768" y="3291840"/>
            <a:ext cx="293522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subject and message form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email, phone and location listed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hours: Mon–Fri, 9 AM–5 PM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423160" y="2880360"/>
            <a:ext cx="429768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074420" y="237744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744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11580" y="3657600"/>
            <a:ext cx="548640" cy="54864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226" y="380024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4297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Site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4663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the marketplace homepage.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27448" y="2880360"/>
            <a:ext cx="429768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378708" y="237744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7870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852928" y="34290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15868" y="3657600"/>
            <a:ext cx="548640" cy="54864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514" y="380024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26080" y="4297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944368" y="4663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account or signs in.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31736" y="2880360"/>
            <a:ext cx="429768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5682996" y="237744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682996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5157216" y="34290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820156" y="3657600"/>
            <a:ext cx="548640" cy="54864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802" y="3800246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0368" y="4297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or Post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248656" y="4663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listings or posts a new item.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336024" y="2880360"/>
            <a:ext cx="429768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dash"/>
          </a:ln>
        </p:spPr>
      </p:sp>
      <p:sp>
        <p:nvSpPr>
          <p:cNvPr id="28" name="Shape 23"/>
          <p:cNvSpPr/>
          <p:nvPr/>
        </p:nvSpPr>
        <p:spPr>
          <a:xfrm>
            <a:off x="7987284" y="237744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7987284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7461504" y="34290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124444" y="3657600"/>
            <a:ext cx="548640" cy="54864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090" y="3800246"/>
            <a:ext cx="263347" cy="26334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34656" y="4297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Party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552944" y="4663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seller connect using shared contact details.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10291572" y="2377440"/>
            <a:ext cx="822960" cy="8229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10291572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Shape 31"/>
          <p:cNvSpPr/>
          <p:nvPr/>
        </p:nvSpPr>
        <p:spPr>
          <a:xfrm>
            <a:off x="9765792" y="342900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10428732" y="3657600"/>
            <a:ext cx="548640" cy="54864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1378" y="3800246"/>
            <a:ext cx="263347" cy="263347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838944" y="429768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Exchange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9857232" y="46634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is exchanged in person on campus.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8918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Savings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buy second-hand items at lower prices than new.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52544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81144" y="173736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678" y="18918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81144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items reduces waste generated on campus.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56448" y="150876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85048" y="173736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582" y="18918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85048" y="242316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Building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85048" y="27889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students across departments and years.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4" y="43150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Convenience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anytime from any device with a browser.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52544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81144" y="416052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678" y="43150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81144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Middleman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81144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buyer-seller contact keeps the process simple and free.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56448" y="3931920"/>
            <a:ext cx="348386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85048" y="4160520"/>
            <a:ext cx="594360" cy="594360"/>
          </a:xfrm>
          <a:prstGeom prst="ellipse">
            <a:avLst/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582" y="431505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85048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Listings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385048" y="5212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an item takes only a few minutes.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2956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800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72287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only — no backend server or database yet.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and login/register forms are static demo data.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user authentication or session management.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 storage, chat, or payment integration.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7356" y="1463040"/>
            <a:ext cx="5362956" cy="4709160"/>
          </a:xfrm>
          <a:prstGeom prst="roundRect">
            <a:avLst>
              <a:gd name="adj" fmla="val 2718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97396" y="17373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042" y="188000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83196" y="1783080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97396" y="2560320"/>
            <a:ext cx="472287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with database for real listings and accounts.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with hashed passwords and sessions.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chat/messaging between buyers and sellers.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for moderation and an optional mobile app.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Contributions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0" y="1508760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/ Contribution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3911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Tejaswini 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0" y="2039112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Repository, README.md, CONTRIBUTORS.md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1091672" cy="530352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946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Sajan CN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2569464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9981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Rachana 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3099816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 Page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11091672" cy="530352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016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0" y="3630168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Item Page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605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Sahana 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0" y="4160520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Listings Page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90872"/>
            <a:ext cx="11091672" cy="530352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9087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Ganga S Murnal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0" y="4690872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&amp; JavaScript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21224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2122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Roopashree 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943600" y="5221224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Documentation &amp; Presentation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Shape 2"/>
          <p:cNvSpPr/>
          <p:nvPr/>
        </p:nvSpPr>
        <p:spPr>
          <a:xfrm>
            <a:off x="5500116" y="1097280"/>
            <a:ext cx="1188720" cy="1188720"/>
          </a:xfrm>
          <a:prstGeom prst="ellipse">
            <a:avLst/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183" y="14063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645920" y="3429000"/>
            <a:ext cx="8897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Campus Peer-to-Peer Marketplace delivers a clean, easy-to-use front end that gives students a dedicated space to buy, sell and exchange items. With a backend, database and authentication layered on in future work, it can grow into a full-fledged campus commerce platform.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C4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9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Peer-to-Peer Marketplace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</Words>
  <Application>Microsoft Office PowerPoint</Application>
  <PresentationFormat>Widescreen</PresentationFormat>
  <Paragraphs>223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Peer-to-Peer Marketplace</dc:title>
  <dc:subject>PptxGenJS Presentation</dc:subject>
  <dc:creator>Team 7</dc:creator>
  <cp:lastModifiedBy>Tejaswini C</cp:lastModifiedBy>
  <cp:revision>1</cp:revision>
  <dcterms:created xsi:type="dcterms:W3CDTF">2026-07-01T09:23:49Z</dcterms:created>
  <dcterms:modified xsi:type="dcterms:W3CDTF">2026-07-01T09:38:56Z</dcterms:modified>
</cp:coreProperties>
</file>